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Intentional Homicide: Exploratory Data Analysis (Group 10)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Most recent year analyzed: 2023 | Group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Objectives and Questions</a:t>
            </a:r>
          </a:p>
          <a:p>
            <a:pPr lvl="1"/>
            <a:r>
              <a:t>• Understand dataset and compute homicide rates per 100k</a:t>
            </a:r>
          </a:p>
          <a:p>
            <a:pPr lvl="1"/>
            <a:r>
              <a:t>• Answer 8 preliminary EDA questions (country extremes, trends, regions, concentration, sex/age patterns)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Methods</a:t>
            </a:r>
          </a:p>
          <a:p>
            <a:pPr lvl="1"/>
            <a:r>
              <a:t>Data: UNODC homicide counts</a:t>
            </a:r>
          </a:p>
          <a:p>
            <a:pPr lvl="1"/>
            <a:r>
              <a:t>Population: World Bank (SP.POP.TOTL) merged by ISO3 and Year</a:t>
            </a:r>
          </a:p>
          <a:p>
            <a:pPr lvl="1"/>
            <a:r>
              <a:t>Analysis: Aggregation to totals, compute rates per 100k, visualize with bar/line/hist plots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10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10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g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obal_trend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Sex and Age highlights</a:t>
            </a:r>
          </a:p>
          <a:p>
            <a:pPr lvl="1"/>
            <a:r>
              <a:t>Leading age group (most recent year): Total with 473,623 victims</a:t>
            </a:r>
          </a:p>
        </p:txBody>
      </p:sp>
      <p:pic>
        <p:nvPicPr>
          <p:cNvPr id="3" name="Picture 2" descr="sex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Concentration: Top 10 countries accounted for 95.2% of counts in 2023. Outliers identified in boxplots.</a:t>
            </a:r>
          </a:p>
        </p:txBody>
      </p:sp>
      <p:pic>
        <p:nvPicPr>
          <p:cNvPr id="3" name="Picture 2" descr="valu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Next steps and References</a:t>
            </a:r>
          </a:p>
          <a:p>
            <a:pPr lvl="1"/>
            <a:r>
              <a:t>• Validate and clean remaining missing population entries</a:t>
            </a:r>
          </a:p>
          <a:p>
            <a:pPr lvl="1"/>
            <a:r>
              <a:t>• Add maps and deeper country case studies</a:t>
            </a:r>
          </a:p>
          <a:p>
            <a:r>
              <a:t>References: UNODC Data Portal; World Bank population (SP.POP.TOTL)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